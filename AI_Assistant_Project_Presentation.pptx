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Nexus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Prompt Engineering &amp; Feedback Assistant</a:t>
            </a:r>
          </a:p>
          <a:p/>
          <a:p>
            <a:r>
              <a:t>VaultOfCodes Internship Major Project</a:t>
            </a:r>
          </a:p>
          <a:p>
            <a:r>
              <a:t>Submitted by: Pallavi Sowreddi</a:t>
            </a:r>
          </a:p>
          <a:p/>
          <a:p>
            <a:r>
              <a:t>Live Website: ai-assistant-web-app-nine.vercel.app</a:t>
            </a:r>
          </a:p>
          <a:p>
            <a:r>
              <a:t>GitHub: github.com/pallavisowreddi/AI-Assistant-WebApp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Developing optimal, structured prompts for LLMs is difficult for general users.</a:t>
            </a:r>
          </a:p>
          <a:p>
            <a:pPr/>
            <a:r>
              <a:t>• Traditional chat interfaces do not allow users to easily toggle and test prompt variants (e.g. Factual vs. Pedagogical).</a:t>
            </a:r>
          </a:p>
          <a:p>
            <a:pPr/>
            <a:r>
              <a:t>• Developers and analysts lack integrated metrics to evaluate which system prompts yield the highest user satisfaction.</a:t>
            </a:r>
          </a:p>
          <a:p>
            <a:pPr/>
            <a:r>
              <a:t>• Absence of real-time 'Prompt Inspectors' to educate students on how prompt wrappers shape LLM outputs under the hood.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 web-based playground mapping user inputs to engineered system templates.</a:t>
            </a:r>
          </a:p>
          <a:p>
            <a:pPr/>
            <a:r>
              <a:t>• Developed 12 custom prompt blueprints across 4 distinct cognitive workloads.</a:t>
            </a:r>
          </a:p>
          <a:p>
            <a:pPr/>
            <a:r>
              <a:t>• Integrated a visual 'Prompt Inspector' showing the final payload sent to the API.</a:t>
            </a:r>
          </a:p>
          <a:p>
            <a:pPr/>
            <a:r>
              <a:t>• Implemented a user feedback database (JSON) to track satisfaction ratings and comments.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full-featured dashboard optimized for prompt tuning:</a:t>
            </a:r>
          </a:p>
          <a:p>
            <a:pPr/>
            <a:r>
              <a:t>• 4 Modules: Question Answering, Text Summarization, Content Generation, Study Advisor.</a:t>
            </a:r>
          </a:p>
          <a:p>
            <a:pPr/>
            <a:r>
              <a:t>• Interactive Controls: Prompt variants toggle, rating clickers, and text reviews.</a:t>
            </a:r>
          </a:p>
          <a:p>
            <a:pPr/>
            <a:r>
              <a:t>• Analytics Dashboard: Live totals, Helpful Rate bar charts, and scrollable log logs.</a:t>
            </a:r>
          </a:p>
          <a:p>
            <a:pPr/>
            <a:r>
              <a:t>• Export Utilities: Copy Prompt and Export Logs to Excel-compatible CSV formats.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full-stack technologies with zero external hosting dependencies:</a:t>
            </a:r>
          </a:p>
          <a:p>
            <a:pPr/>
            <a:r>
              <a:t>• Core Backend: Python &amp; Flask framework.</a:t>
            </a:r>
          </a:p>
          <a:p>
            <a:pPr/>
            <a:r>
              <a:t>• Generative AI API: Google Gemini API (gemini-2.5-flash model).</a:t>
            </a:r>
          </a:p>
          <a:p>
            <a:pPr/>
            <a:r>
              <a:t>• Frontend Design: Responsive HTML5, Vanilla CSS3 (Neon-accented Glassmorphism), JavaScript (AJAX).</a:t>
            </a:r>
          </a:p>
          <a:p>
            <a:pPr/>
            <a:r>
              <a:t>• Deployment &amp; Versioning: Git, GitHub, Vercel.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Deployment &amp; Code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our live deployment and open-source code:</a:t>
            </a:r>
          </a:p>
          <a:p>
            <a:pPr/>
            <a:r>
              <a:t>• Live Deployed Website Link: https://ai-assistant-web-app-nine.vercel.app/</a:t>
            </a:r>
          </a:p>
          <a:p>
            <a:pPr/>
            <a:r>
              <a:t>• GitHub Repository URL: https://github.com/pallavisowreddi/AI-Assistant-WebApp</a:t>
            </a:r>
          </a:p>
          <a:p>
            <a:pPr/>
            <a:r>
              <a:t>[PASTE YOUR SCREENSHOTS / DEMO IMAGES HERE IN POWERPOINT]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succeeds in delivering a fully functional Prompt Engineering benchmark:</a:t>
            </a:r>
          </a:p>
          <a:p>
            <a:pPr/>
            <a:r>
              <a:t>• Showcases how system constraints shape model responses (length, tone, output structures).</a:t>
            </a:r>
          </a:p>
          <a:p>
            <a:pPr/>
            <a:r>
              <a:t>• Bridges prompt testing with quantitative user feedback and data exports.</a:t>
            </a:r>
          </a:p>
          <a:p>
            <a:pPr/>
            <a:r>
              <a:t>• Ready-to-evaluate, production-grade codebase deployed for public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